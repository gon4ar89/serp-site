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Яндекс — Файл 1: 03.04.26_serm_mangazeya.ru</a:t>
            </a:r>
          </a:p>
        </p:txBody>
      </p:sp>
      <p:pic>
        <p:nvPicPr>
          <p:cNvPr id="3" name="Picture 2" descr="grid_yandex10_fi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Яндекс — Файл 2: 09.04.26_serm_mangazeya.ru</a:t>
            </a:r>
          </a:p>
        </p:txBody>
      </p:sp>
      <p:pic>
        <p:nvPicPr>
          <p:cNvPr id="3" name="Picture 2" descr="grid_yandex10_fi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