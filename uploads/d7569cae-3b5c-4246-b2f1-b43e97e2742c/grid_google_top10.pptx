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/>
            </a:pPr>
            <a:r>
              <a:t>Google — Аналитика запросов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04.03.26_serm_solarsta..._vs_06.04.26_serm_solarsta...</a:t>
            </a:r>
          </a:p>
        </p:txBody>
      </p:sp>
      <p:pic>
        <p:nvPicPr>
          <p:cNvPr id="4" name="Picture 3" descr="grid_google10_fi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08.04.26_serm_solarstaff.com</a:t>
            </a:r>
          </a:p>
        </p:txBody>
      </p:sp>
      <p:pic>
        <p:nvPicPr>
          <p:cNvPr id="6" name="Picture 5" descr="grid_google10_fil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