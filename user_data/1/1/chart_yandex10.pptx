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/>
            </a:pPr>
            <a:r>
              <a:t>Динамика тональности по месяцам</a:t>
            </a:r>
          </a:p>
        </p:txBody>
      </p:sp>
      <p:pic>
        <p:nvPicPr>
          <p:cNvPr id="3" name="Picture 2" descr="yand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68580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914400"/>
            <a:ext cx="3962095" cy="5029200"/>
          </a:xfrm>
          <a:prstGeom prst="roundRect">
            <a:avLst/>
          </a:prstGeom>
          <a:solidFill>
            <a:srgbClr val="FEF2E9"/>
          </a:solidFill>
          <a:ln w="25400">
            <a:solidFill>
              <a:srgbClr val="FB8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Вывод</a:t>
            </a:r>
          </a:p>
          <a:p>
            <a:pPr algn="l"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🔎 АНАЛИЗ И РЕКОМЕНДАЦИИ</a:t>
            </a:r>
            <a:br/>
            <a:br/>
            <a:r>
              <a:t>📈 ОБЩАЯ СИТУАЦИЯ:</a:t>
            </a:r>
            <a:br/>
            <a:br/>
            <a:r>
              <a:t>• Репутация в стабильном состоянии</a:t>
            </a:r>
            <a:br/>
            <a:r>
              <a:t>• Никаких срочных проблем, но мониторьте ситуацию</a:t>
            </a:r>
            <a:br/>
            <a:br/>
            <a:br/>
            <a:r>
              <a:t>💡 ЧТО ВЫ МОЖЕТЕ СДЕЛАТЬ:</a:t>
            </a:r>
            <a:br/>
            <a:br/>
            <a:br/>
            <a:r>
              <a:t>🎯 ПРАКТИЧЕСКИЙ ПЛАН:</a:t>
            </a:r>
            <a:br/>
            <a:br/>
            <a:r>
              <a:t>3. НА МЕСЯЦ:</a:t>
            </a:r>
            <a:br/>
            <a:r>
              <a:t>   • Усильте PR и связи с медиа</a:t>
            </a:r>
            <a:br/>
            <a:r>
              <a:t>   • Наращивайте упоминания на авторитетных источниках</a:t>
            </a:r>
            <a:br/>
            <a:r>
              <a:t>   • Улучшайте качество контента и продукта</a:t>
            </a:r>
            <a:br/>
            <a:r>
              <a:t>   • Мониторьте выдачу еженедельно</a:t>
            </a:r>
            <a:br/>
            <a:br/>
            <a:r>
              <a:t>📊 ИТОГОВЫЙ ВЕРДИКТ:</a:t>
            </a:r>
            <a:br/>
            <a:br/>
            <a:r>
              <a:t>⚪ СТАБИЛЬНО: Репутация в норме</a:t>
            </a:r>
            <a:br/>
            <a:r>
              <a:t>   Продолжайте профилактику и мониторинг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