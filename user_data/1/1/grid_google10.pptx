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08.04.26_serm_xn-----6kcabppdn0cjdfdp3a4j1f.xn--p1ai vs 15.04.26_serm_xn-----6kcabppdn0cjdfdp3a4j1f.xn--p1ai</a:t>
            </a:r>
          </a:p>
        </p:txBody>
      </p:sp>
      <p:pic>
        <p:nvPicPr>
          <p:cNvPr id="3" name="Picture 2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9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1: 08.04.26_serm_xn-----6kcabppdn0cjdfdp3a4j1f.xn--p1ai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77295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2: 15.04.26_serm_xn-----6kcabppdn0cjdfdp3a4j1f.xn--p1ai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7639"/>
            <a:ext cx="11277295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