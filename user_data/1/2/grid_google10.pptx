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1600"/>
            </a:pPr>
            <a:r>
              <a:t>Аналитика запросов 08.04.26_serm_itelon.ru vs serm_itelon.ru</a:t>
            </a:r>
          </a:p>
        </p:txBody>
      </p:sp>
      <p:pic>
        <p:nvPicPr>
          <p:cNvPr id="3" name="Picture 2" descr="goog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137160"/>
            <a:ext cx="1143000" cy="5795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85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Файл 1: 08.04.26_serm_itelon.ru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11277295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6576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Файл 2: serm_itelon.ru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977639"/>
            <a:ext cx="11277295" cy="2560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