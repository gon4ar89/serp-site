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08.04.26_serm_itelon.ru vs serm_itelon.ru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08.04.26_serm_itelon.ru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serm_itelon.ru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