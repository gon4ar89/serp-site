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600"/>
            </a:pPr>
            <a:r>
              <a:t>Аналитика запросов 13.04.26_serm_ozon.ru vs 15.04.26_serm_ozon.ru</a:t>
            </a:r>
          </a:p>
        </p:txBody>
      </p:sp>
      <p:pic>
        <p:nvPicPr>
          <p:cNvPr id="3" name="Picture 2" descr="goog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7954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22960"/>
            <a:ext cx="112772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600"/>
            </a:pPr>
            <a:r>
              <a:t>Аналитика запросов 13.04.26_serm_ozon.ru vs 15.04.26_serm_ozon.ru</a:t>
            </a:r>
          </a:p>
        </p:txBody>
      </p:sp>
      <p:pic>
        <p:nvPicPr>
          <p:cNvPr id="3" name="Picture 2" descr="goog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7954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22960"/>
            <a:ext cx="11277295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