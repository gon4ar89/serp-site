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09.04.26_serm_nazare.ru vs 15.04.26_serm_nazare.ru</a:t>
            </a:r>
          </a:p>
        </p:txBody>
      </p:sp>
      <p:pic>
        <p:nvPicPr>
          <p:cNvPr id="3" name="Picture 2" descr="yand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85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1: 09.04.26_serm_nazare.ru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277295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2: 15.04.26_serm_nazare.ru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77639"/>
            <a:ext cx="11277295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