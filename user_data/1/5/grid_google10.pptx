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09.04.26_serm_ozon.ru vs 15.04.26_serm_ozon.ru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09.04.26_serm_ozon.ru vs 15.04.26_serm_ozon.ru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